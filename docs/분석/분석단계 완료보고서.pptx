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분석단계 완료보고서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Lemuel (전자상거래 주문·결제·정산 통합 시스템)</a:t>
            </a:r>
          </a:p>
          <a:p>
            <a:r>
              <a:t>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분석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프로젝트: Lemuel (전자상거래 주문·결제·정산 통합 시스템)</a:t>
            </a:r>
          </a:p>
          <a:p>
            <a:pPr>
              <a:defRPr sz="1400"/>
            </a:pPr>
            <a:r>
              <a:t>분석 기간: 2026-01-06 ~ 2026-01-31</a:t>
            </a:r>
          </a:p>
          <a:p>
            <a:pPr>
              <a:defRPr sz="1400"/>
            </a:pPr>
            <a:r>
              <a:t>분석 범위: 사용자, 상품, 주문, 결제, 정산, 쿠폰, 리뷰</a:t>
            </a:r>
          </a:p>
          <a:p>
            <a:pPr>
              <a:defRPr sz="1400"/>
            </a:pPr>
            <a:r>
              <a:t>분석 방법: 이해관계자 인터뷰, 현행 시스템 분석, 업무 프로세스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주요 산출물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현행시스템 분석서 — 시스템 구조/기능/데이터 현황</a:t>
            </a:r>
          </a:p>
          <a:p>
            <a:pPr>
              <a:defRPr sz="1400"/>
            </a:pPr>
            <a:r>
              <a:t>요구사항 정의서(SRS) — 기능 19건, 비기능 11건 정의</a:t>
            </a:r>
          </a:p>
          <a:p>
            <a:pPr>
              <a:defRPr sz="1400"/>
            </a:pPr>
            <a:r>
              <a:t>요구사항 추적 매트릭스(RTM) — 요구사항-설계-구현-테스트 추적</a:t>
            </a:r>
          </a:p>
          <a:p>
            <a:pPr>
              <a:defRPr sz="1400"/>
            </a:pPr>
            <a:r>
              <a:t>업무 프로세스 정의서(BPD) — 주문-결제-정산 프로세스 정의</a:t>
            </a:r>
          </a:p>
          <a:p>
            <a:pPr>
              <a:defRPr sz="1400"/>
            </a:pPr>
            <a:r>
              <a:t>유스케이스 명세서 — 6개 핵심 유스케이스 상세 시나리오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핵심 요구사항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기능 요구사항: 19건 (사용자 3, 상품 3, 주문 3, 결제 2, 정산 4, 카테고리 1, 쿠폰 2, 리뷰 1)</a:t>
            </a:r>
          </a:p>
          <a:p>
            <a:pPr>
              <a:defRPr sz="1400"/>
            </a:pPr>
            <a:r>
              <a:t>비기능 요구사항: 11건 (성능 2, 보안 4, 신뢰성 2, 유지보수 3)</a:t>
            </a:r>
          </a:p>
          <a:p>
            <a:pPr>
              <a:defRPr sz="1400"/>
            </a:pPr>
            <a:r>
              <a:t>핵심 결정: 헥사고날 아키텍처, Toss PG 연동, 일일 배치 정산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리스크 및 이슈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[리스크] 테스트 커버리지 부족 (현재 약 5.8%, 목표 70%)</a:t>
            </a:r>
          </a:p>
          <a:p>
            <a:pPr>
              <a:defRPr sz="1400"/>
            </a:pPr>
            <a:r>
              <a:t>[리스크] 게임 도메인 미완성 — 범위 조정 필요</a:t>
            </a:r>
          </a:p>
          <a:p>
            <a:pPr>
              <a:defRPr sz="1400"/>
            </a:pPr>
            <a:r>
              <a:t>[이슈] API 문서화 미비 — Swagger 적용 필요</a:t>
            </a:r>
          </a:p>
          <a:p>
            <a:pPr>
              <a:defRPr sz="1400"/>
            </a:pPr>
            <a:r>
              <a:t>[이슈] 모니터링/알림 체계 미구축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설계 단계 진입 (2026-02-01 ~)</a:t>
            </a:r>
          </a:p>
          <a:p>
            <a:pPr>
              <a:defRPr sz="1400"/>
            </a:pPr>
            <a:r>
              <a:t>시스템 아키텍처 상세 설계</a:t>
            </a:r>
          </a:p>
          <a:p>
            <a:pPr>
              <a:defRPr sz="1400"/>
            </a:pPr>
            <a:r>
              <a:t>화면 설계서 (UI/UX) 작성</a:t>
            </a:r>
          </a:p>
          <a:p>
            <a:pPr>
              <a:defRPr sz="1400"/>
            </a:pPr>
            <a:r>
              <a:t>데이터베이스 상세 설계 (ERD, 테이블 정의서)</a:t>
            </a:r>
          </a:p>
          <a:p>
            <a:pPr>
              <a:defRPr sz="1400"/>
            </a:pPr>
            <a:r>
              <a:t>API 명세서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