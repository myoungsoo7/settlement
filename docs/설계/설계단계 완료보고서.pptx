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설계단계 완료보고서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Lemuel (전자상거래 주문·결제·정산 통합 시스템)</a:t>
            </a:r>
          </a:p>
          <a:p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설계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설계 기간: 2026-02-01 ~ 2026-02-28</a:t>
            </a:r>
          </a:p>
          <a:p>
            <a:pPr>
              <a:defRPr sz="1400"/>
            </a:pPr>
            <a:r>
              <a:t>아키텍처: 헥사고날 (Ports &amp; Adapters)</a:t>
            </a:r>
          </a:p>
          <a:p>
            <a:pPr>
              <a:defRPr sz="1400"/>
            </a:pPr>
            <a:r>
              <a:t>기술 스택: Spring Boot 3.x + React 18 + PostgreSQL 17 + ES 8.x</a:t>
            </a:r>
          </a:p>
          <a:p>
            <a:pPr>
              <a:defRPr sz="1400"/>
            </a:pPr>
            <a:r>
              <a:t>총 프로그램 수: 40개 (Controller 16, Service 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주요 산출물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시스템 아키텍처 설계서 — 헥사고날 구조, 인프라, 보안 설계</a:t>
            </a:r>
          </a:p>
          <a:p>
            <a:pPr>
              <a:defRPr sz="1400"/>
            </a:pPr>
            <a:r>
              <a:t>화면설계서 (UI/UX) — 24개 화면, 네비게이션 구조</a:t>
            </a:r>
          </a:p>
          <a:p>
            <a:pPr>
              <a:defRPr sz="1400"/>
            </a:pPr>
            <a:r>
              <a:t>데이터베이스 설계서 — 15개 테이블, Flyway V1~V21</a:t>
            </a:r>
          </a:p>
          <a:p>
            <a:pPr>
              <a:defRPr sz="1400"/>
            </a:pPr>
            <a:r>
              <a:t>API 명세서 — 36개 REST API 엔드포인트</a:t>
            </a:r>
          </a:p>
          <a:p>
            <a:pPr>
              <a:defRPr sz="1400"/>
            </a:pPr>
            <a:r>
              <a:t>프로그램 목록 — 40개 프로그램 (10개 도메인)</a:t>
            </a:r>
          </a:p>
          <a:p>
            <a:pPr>
              <a:defRPr sz="1400"/>
            </a:pPr>
            <a:r>
              <a:t>공통코드 정의서 — 23개 코드 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설계 핵심 결정사항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동시성 제어: PESSIMISTIC_WRITE 락 + Idempotency-Key</a:t>
            </a:r>
          </a:p>
          <a:p>
            <a:pPr>
              <a:defRPr sz="1400"/>
            </a:pPr>
            <a:r>
              <a:t>정산 배치: Spring Batch (02:00 생성, 03:00 확정, 03:10 조정)</a:t>
            </a:r>
          </a:p>
          <a:p>
            <a:pPr>
              <a:defRPr sz="1400"/>
            </a:pPr>
            <a:r>
              <a:t>검색: Elasticsearch + Nori 한글 분석기</a:t>
            </a:r>
          </a:p>
          <a:p>
            <a:pPr>
              <a:defRPr sz="1400"/>
            </a:pPr>
            <a:r>
              <a:t>도메인↔엔티티 분리: MapStruct Mapper 적용</a:t>
            </a:r>
          </a:p>
          <a:p>
            <a:pPr>
              <a:defRPr sz="1400"/>
            </a:pPr>
            <a:r>
              <a:t>인증: JWT (Access + Refresh Token)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구현 단계 진입 (2026-03-01 ~)</a:t>
            </a:r>
          </a:p>
          <a:p>
            <a:pPr>
              <a:defRPr sz="1400"/>
            </a:pPr>
            <a:r>
              <a:t>도메인별 단위 테스트 작성</a:t>
            </a:r>
          </a:p>
          <a:p>
            <a:pPr>
              <a:defRPr sz="1400"/>
            </a:pPr>
            <a:r>
              <a:t>통합 테스트 시나리오 실행</a:t>
            </a:r>
          </a:p>
          <a:p>
            <a:pPr>
              <a:defRPr sz="1400"/>
            </a:pPr>
            <a:r>
              <a:t>API 문서 자동화 (Swagger) 적용</a:t>
            </a:r>
          </a:p>
          <a:p>
            <a:pPr>
              <a:defRPr sz="1400"/>
            </a:pPr>
            <a:r>
              <a:t>성능 테스트 환경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