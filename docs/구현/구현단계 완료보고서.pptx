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구현단계 완료보고서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Lemuel (전자상거래 주문·결제·정산 통합 시스템)</a:t>
            </a:r>
          </a:p>
          <a:p>
            <a: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구현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구현 기간: 2026-03-01 ~ 2026-03-25</a:t>
            </a:r>
          </a:p>
          <a:p>
            <a:pPr>
              <a:defRPr sz="1400"/>
            </a:pPr>
            <a:r>
              <a:t>총 소스 파일: 294개 (백엔드), 프론트엔드 40+개</a:t>
            </a:r>
          </a:p>
          <a:p>
            <a:pPr>
              <a:defRPr sz="1400"/>
            </a:pPr>
            <a:r>
              <a:t>총 테스트: 17개 파일, 20+ 테스트 케이스</a:t>
            </a:r>
          </a:p>
          <a:p>
            <a:pPr>
              <a:defRPr sz="1400"/>
            </a:pPr>
            <a:r>
              <a:t>Flyway 마이그레이션: V1~V21 (21개)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도메인별 구현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user: 회원가입, 로그인, 비밀번호 재설정 — 100% 구현</a:t>
            </a:r>
          </a:p>
          <a:p>
            <a:pPr>
              <a:defRPr sz="1400"/>
            </a:pPr>
            <a:r>
              <a:t>product: 상품 CRUD, 검색, 이미지 — 100% 구현</a:t>
            </a:r>
          </a:p>
          <a:p>
            <a:pPr>
              <a:defRPr sz="1400"/>
            </a:pPr>
            <a:r>
              <a:t>order: 주문 생성, 상태변경, 취소 — 100% 구현</a:t>
            </a:r>
          </a:p>
          <a:p>
            <a:pPr>
              <a:defRPr sz="1400"/>
            </a:pPr>
            <a:r>
              <a:t>payment: Toss PG 연동, 환불 (멱등성) — 100% 구현</a:t>
            </a:r>
          </a:p>
          <a:p>
            <a:pPr>
              <a:defRPr sz="1400"/>
            </a:pPr>
            <a:r>
              <a:t>settlement: 배치 정산, ES 검색, PDF — 100% 구현</a:t>
            </a:r>
          </a:p>
          <a:p>
            <a:pPr>
              <a:defRPr sz="1400"/>
            </a:pPr>
            <a:r>
              <a:t>coupon: 쿠폰 발급/적용 — 100% 구현</a:t>
            </a:r>
          </a:p>
          <a:p>
            <a:pPr>
              <a:defRPr sz="1400"/>
            </a:pPr>
            <a:r>
              <a:t>game: 오목/바둑 — 20% (Controller만)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코드 품질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정적 분석 (SonarCloud): PASS</a:t>
            </a:r>
          </a:p>
          <a:p>
            <a:pPr>
              <a:defRPr sz="1400"/>
            </a:pPr>
            <a:r>
              <a:t>보안 스캔 (Snyk): High/Critical 0건</a:t>
            </a:r>
          </a:p>
          <a:p>
            <a:pPr>
              <a:defRPr sz="1400"/>
            </a:pPr>
            <a:r>
              <a:t>ESLint / TypeScript: 에러 0건</a:t>
            </a:r>
          </a:p>
          <a:p>
            <a:pPr>
              <a:defRPr sz="1400"/>
            </a:pPr>
            <a:r>
              <a:t>테스트 커버리지: 약 5.8% (목표 70% 미달 — 보완 필요)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이슈 및 리스크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[Critical] 테스트 커버리지 심각하게 부족 (17/294 파일)</a:t>
            </a:r>
          </a:p>
          <a:p>
            <a:pPr>
              <a:defRPr sz="1400"/>
            </a:pPr>
            <a:r>
              <a:t>[Medium] API 문서화 미비 (Swagger 미적용)</a:t>
            </a:r>
          </a:p>
          <a:p>
            <a:pPr>
              <a:defRPr sz="1400"/>
            </a:pPr>
            <a:r>
              <a:t>[Low] 게임 도메인 미완성</a:t>
            </a:r>
          </a:p>
          <a:p>
            <a:pPr>
              <a:defRPr sz="1400"/>
            </a:pPr>
            <a:r>
              <a:t>[Action] 서비스/컨트롤러 단위 테스트 대량 작성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테스트 단계 진입</a:t>
            </a:r>
          </a:p>
          <a:p>
            <a:pPr>
              <a:defRPr sz="1400"/>
            </a:pPr>
            <a:r>
              <a:t>통합 테스트 시나리오 확대</a:t>
            </a:r>
          </a:p>
          <a:p>
            <a:pPr>
              <a:defRPr sz="1400"/>
            </a:pPr>
            <a:r>
              <a:t>성능 테스트 수행</a:t>
            </a:r>
          </a:p>
          <a:p>
            <a:pPr>
              <a:defRPr sz="1400"/>
            </a:pPr>
            <a:r>
              <a:t>보안 점검 강화</a:t>
            </a:r>
          </a:p>
          <a:p>
            <a:pPr>
              <a:defRPr sz="1400"/>
            </a:pPr>
            <a:r>
              <a:t>UAT 수행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